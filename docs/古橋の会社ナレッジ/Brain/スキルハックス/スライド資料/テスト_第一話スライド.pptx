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1371600"/>
            <a:ext cx="5760720" cy="4114800"/>
          </a:xfrm>
          <a:prstGeom prst="ellipse">
            <a:avLst/>
          </a:prstGeom>
          <a:solidFill>
            <a:srgbClr val="22223A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645920"/>
            <a:ext cx="393192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なぜ「勉強熱心な人」ほど</a:t>
            </a:r>
            <a:br/>
            <a:r>
              <a:t>副業で1円も稼げないのか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97680"/>
            <a:ext cx="393192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853"/>
                </a:solidFill>
                <a:latin typeface="Arial"/>
              </a:defRPr>
            </a:pPr>
            <a:r>
              <a:t>Skill Hacks 特別動画講座　第1話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話者：迫 佑樹（さこ ゆうき）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Arial"/>
              </a:defRPr>
            </a:pPr>
            <a:r>
              <a:t>Skill Hacks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この動画シリーズで手に入る3つのこと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463040"/>
            <a:ext cx="301752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3108960" cy="3840480"/>
          </a:xfrm>
          <a:prstGeom prst="rect">
            <a:avLst/>
          </a:prstGeom>
          <a:solidFill>
            <a:srgbClr val="22223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2377440"/>
            <a:ext cx="914400" cy="91440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2514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Arial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スキルを最短最速で</a:t>
            </a:r>
            <a:br/>
            <a:r>
              <a:t>身につける方法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Arial"/>
              </a:defRPr>
            </a:pPr>
            <a:r>
              <a:t>必要なのは「幹」だけ。</a:t>
            </a:r>
            <a:br/>
            <a:r>
              <a:t>枝葉は後からいくらでも伸びる。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03120"/>
            <a:ext cx="3108960" cy="3840480"/>
          </a:xfrm>
          <a:prstGeom prst="rect">
            <a:avLst/>
          </a:prstGeom>
          <a:solidFill>
            <a:srgbClr val="22223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2377440"/>
            <a:ext cx="914400" cy="91440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514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Arial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売上を伸ばすための</a:t>
            </a:r>
            <a:br/>
            <a:r>
              <a:t>知識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Arial"/>
              </a:defRPr>
            </a:pPr>
            <a:r>
              <a:t>スキルだけでは稼げない。</a:t>
            </a:r>
            <a:br/>
            <a:r>
              <a:t>お金の流れを理解する。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03120"/>
            <a:ext cx="3108960" cy="3840480"/>
          </a:xfrm>
          <a:prstGeom prst="rect">
            <a:avLst/>
          </a:prstGeom>
          <a:solidFill>
            <a:srgbClr val="222238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3999" y="2377440"/>
            <a:ext cx="914400" cy="91440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2514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Arial"/>
              </a:defRPr>
            </a:pPr>
            <a: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自立した事業者になる</a:t>
            </a:r>
            <a:br/>
            <a:r>
              <a:t>ロードマップ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663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Arial"/>
              </a:defRPr>
            </a:pPr>
            <a:r>
              <a:t>副業→本業→資産構築。</a:t>
            </a:r>
            <a:br/>
            <a:r>
              <a:t>人生を攻略する全体像。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Arial"/>
              </a:defRPr>
            </a:pPr>
            <a:r>
              <a:t>Skill Hacks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lumMod val="95000"/>
              <a:lumOff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853"/>
                </a:solidFill>
                <a:latin typeface="Arial"/>
              </a:defRPr>
            </a:pPr>
            <a:r>
              <a:t>── FUTURE VISION 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半年後のあなた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651760"/>
            <a:ext cx="210312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853"/>
                </a:solidFill>
                <a:latin typeface="Arial"/>
              </a:defRPr>
            </a:pPr>
            <a:r>
              <a:t>自分の力で稼いだ、</a:t>
            </a:r>
            <a:br/>
            <a:r>
              <a:t>という確信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☕  好きなカフェで、ノートPC1台で仕事をしている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💰  月5万円、10万円と副業収入が積み上がっている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486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🚀  「あのとき始めてよかった」と心から思えている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217920"/>
            <a:ext cx="1033272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Arial"/>
              </a:defRPr>
            </a:pPr>
            <a:r>
              <a:t>Skill Hacks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